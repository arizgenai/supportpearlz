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AAI–407 / PRAC–03 · CENTRE FOR APPLIED ARTIFICIAL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SupportPearlz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Retrieval-Augmented Customer Support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 with Python and LangChain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8280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/ Generative AI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83280" y="4709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48280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LangChain + RAG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35040" y="4709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48280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Marks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0" y="4709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51392" y="48280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508406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Hours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THE BUSINESS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Pearlz Home Systems needs this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agents field 600–750 queries a day; 70–75% are repetitive questions already answered, verbatim, inside 40+ manuals and policy files. Keyword search over that drive has already failed.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7802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 40m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5351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first-response time — customers wait hours for a one-line answer.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9664" y="2331720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25696" y="247802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11 min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25696" y="295351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time spent searching for the answer, not writing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90688" y="2331720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247802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agents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95351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most technical tickets — a single point of failure on leave.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79392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442569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 weeks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901184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agent to answer technical tickets unsupervised.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9664" y="4279392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25696" y="442569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425696" y="4901184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quote two different refund windows from stale documents.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90688" y="4279392"/>
            <a:ext cx="3364992" cy="1691640"/>
          </a:xfrm>
          <a:prstGeom prst="roundRect">
            <a:avLst>
              <a:gd name="adj" fmla="val 3784"/>
            </a:avLst>
          </a:prstGeom>
          <a:solidFill>
            <a:srgbClr val="EAF3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442569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Undetected drift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901184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 a policy changed until a customer complains.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ARCHITECTURE 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fails; retrieval + generation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E9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A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92608" cy="292608"/>
          </a:xfrm>
          <a:prstGeom prst="ellipse">
            <a:avLst/>
          </a:prstGeom>
          <a:solidFill>
            <a:srgbClr val="C87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 — “beeping three times” never matches “error E-03”.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292608" cy="292608"/>
          </a:xfrm>
          <a:prstGeom prst="ellipse">
            <a:avLst/>
          </a:prstGeom>
          <a:solidFill>
            <a:srgbClr val="C87A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27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whole documents, not answers — the reading bottleneck stays.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931920"/>
            <a:ext cx="292608" cy="292608"/>
          </a:xfrm>
          <a:prstGeom prst="ellipse">
            <a:avLst/>
          </a:prstGeom>
          <a:solidFill>
            <a:srgbClr val="C87A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04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ranking by meaning — term frequency beats intent.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C87A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817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synthesise across multiple documents.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486400"/>
            <a:ext cx="292608" cy="292608"/>
          </a:xfrm>
          <a:prstGeom prst="ellipse">
            <a:avLst/>
          </a:prstGeom>
          <a:solidFill>
            <a:srgbClr val="C87A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58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carry no keywords at all.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1856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2377440"/>
            <a:ext cx="292608" cy="292608"/>
          </a:xfrm>
          <a:prstGeom prst="ellipse">
            <a:avLst/>
          </a:prstGeom>
          <a:solidFill>
            <a:srgbClr val="3EA0C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3500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outside the model and re-indexes in minutes.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3291840"/>
            <a:ext cx="292608" cy="292608"/>
          </a:xfrm>
          <a:prstGeom prst="ellipse">
            <a:avLst/>
          </a:prstGeom>
          <a:solidFill>
            <a:srgbClr val="3EA0C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32644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close the vocabulary gap — meaning, not keywords.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4206240"/>
            <a:ext cx="292608" cy="292608"/>
          </a:xfrm>
          <a:prstGeom prst="ellipse">
            <a:avLst/>
          </a:prstGeom>
          <a:solidFill>
            <a:srgbClr val="3EA0C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5508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41788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turns generation into bounded reading-comprehension.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5120640"/>
            <a:ext cx="292608" cy="292608"/>
          </a:xfrm>
          <a:prstGeom prst="ellipse">
            <a:avLst/>
          </a:prstGeom>
          <a:solidFill>
            <a:srgbClr val="3EA0C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50932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to a chunk — auditable, citable, verifiable.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pipelines: build once, query many times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— offline, run once per KB update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69164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(PDF/DOCX/MD/CSV)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2545690" y="209854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8" name="Shape 6"/>
          <p:cNvSpPr/>
          <p:nvPr/>
        </p:nvSpPr>
        <p:spPr>
          <a:xfrm>
            <a:off x="2710282" y="169164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3434" y="169164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+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4707331" y="209854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4871923" y="169164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45075" y="169164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(chunk + overlap)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868973" y="209854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7033565" y="169164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6717" y="169164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9030614" y="209854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195206" y="169164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68358" y="169164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(persisted to disk)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 — online, per user turn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4612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+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2545690" y="365302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0282" y="324612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83434" y="324612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(standalone form)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4707331" y="365302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1923" y="324612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45075" y="324612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/ MMR)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868973" y="365302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29" name="Shape 27"/>
          <p:cNvSpPr/>
          <p:nvPr/>
        </p:nvSpPr>
        <p:spPr>
          <a:xfrm>
            <a:off x="7033565" y="324612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06717" y="324612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5400000">
            <a:off x="9030614" y="3653028"/>
            <a:ext cx="128016" cy="146304"/>
          </a:xfrm>
          <a:prstGeom prst="triangle">
            <a:avLst/>
          </a:prstGeom>
          <a:solidFill>
            <a:srgbClr val="5A7280"/>
          </a:solidFill>
          <a:ln/>
        </p:spPr>
      </p:sp>
      <p:sp>
        <p:nvSpPr>
          <p:cNvPr id="32" name="Shape 30"/>
          <p:cNvSpPr/>
          <p:nvPr/>
        </p:nvSpPr>
        <p:spPr>
          <a:xfrm>
            <a:off x="9195206" y="3246120"/>
            <a:ext cx="1960474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68358" y="3246120"/>
            <a:ext cx="1814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Answer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7091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GATE:  if retrieval returns nothing relevant, the system refuses plainly and routes to human support — a confident wrong answer is graded worse than an honest refusal.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BUILD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stack and non-negotiable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76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typed, PEP-clean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70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35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loaders, splitters, chains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28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93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/ FAISS / Qdrant — persisted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for index &amp; query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645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910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Pydantic-validated structured schema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4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303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Logs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568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settings, centralised logging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160020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550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THE EXAMINER TICKS OFF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2286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index — no re-embedding at query time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27752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27752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across zero-keyword-overlap queries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32644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3264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with de-duplicated citations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37536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37536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refusal when the KB has no answer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2428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4242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Partial-answer handling for half-covered questions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47320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720840" y="47320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 with query condensation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5221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5221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resistance, proven in a demo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355080" y="57104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57104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every failure mode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marks — evidence over existence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60 of the 100 marks (RAG quality, retrieval quality, testing, prompt engineering) are earned by measuring the system, not by simply making it run.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RUBRIC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Implementation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2578608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578608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48272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35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999232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2999232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48272" y="2935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3419856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419856"/>
            <a:ext cx="2489454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48272" y="3355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76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3840480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3840480"/>
            <a:ext cx="1659636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776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4261104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4261104"/>
            <a:ext cx="1659636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48272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4681728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4681728"/>
            <a:ext cx="1659636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48272" y="4617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038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5102352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5102352"/>
            <a:ext cx="829818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48272" y="5038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37560" y="5522976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36" name="Shape 34"/>
          <p:cNvSpPr/>
          <p:nvPr/>
        </p:nvSpPr>
        <p:spPr>
          <a:xfrm>
            <a:off x="3337560" y="5522976"/>
            <a:ext cx="829818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48272" y="5458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79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5943600"/>
            <a:ext cx="3319272" cy="237744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7560" y="5943600"/>
            <a:ext cx="829818" cy="237744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48272" y="5879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20116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589520" y="2212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2651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pinned requirements.txt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589520" y="30586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0" y="30586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enabling a stranger to run it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34655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863840" y="34655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10+ doc knowledge base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38724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863840" y="38724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(your own build)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589520" y="4279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863840" y="42793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screenshots incl. refusal &amp; error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589520" y="46863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863840" y="46863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20-case test report + failure attribution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7589520" y="5093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863840" y="5093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with hallucination count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589520" y="55001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863840" y="55001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page technical report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7589520" y="59070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7863840" y="5907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min unedited demo video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2026-09-08T05:35:20Z</dcterms:created>
  <dcterms:modified xsi:type="dcterms:W3CDTF">2026-09-08T05:35:20Z</dcterms:modified>
</cp:coreProperties>
</file>